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T Sans Narrow"/>
      <p:regular r:id="rId11"/>
      <p:bold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Narrow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regular.fntdata"/><Relationship Id="rId12" Type="http://schemas.openxmlformats.org/officeDocument/2006/relationships/font" Target="fonts/PTSansNa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1b2a31ac2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1b2a31ac2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1b2a31ac2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1b2a31ac2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1b2a31ac2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1b2a31ac2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1b2a31ac2_0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1b2a31ac2_0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311700" y="486000"/>
            <a:ext cx="8375700" cy="14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ar" sz="2600"/>
              <a:t>اهلا بكم في مشروعنا السحابي</a:t>
            </a:r>
            <a:endParaRPr sz="2600"/>
          </a:p>
          <a:p>
            <a:pPr indent="0" lvl="0" marL="0" rtl="1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lang="ar" sz="2600">
                <a:solidFill>
                  <a:schemeClr val="dk1"/>
                </a:solidFill>
              </a:rPr>
              <a:t>مشروعنا عن الاكلات الشعبية في جازان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25" y="192375"/>
            <a:ext cx="3920400" cy="2817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0" marR="2286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ar" sz="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</a:t>
            </a:r>
            <a:endParaRPr sz="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0" marR="2286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0" marR="2286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0" marR="2286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0" marR="2286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0" marR="2286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ar" sz="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b="1" i="1" lang="ar" sz="7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1" lang="ar" sz="22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1:المرسة ومكوناتها وفوائدها </a:t>
            </a:r>
            <a:endParaRPr b="1" i="1" sz="35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363875" y="0"/>
            <a:ext cx="47802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الكمونات: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الدقيق:</a:t>
            </a: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يُصنع منه قرص الخبز (البر أو الأبيض) ويكون محمصاً ومفتتاً.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الموز:</a:t>
            </a: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يُفضل أن يكون ناضجاً جداً ليهرس ويمتزج مع الخبز.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السمن البلدي:</a:t>
            </a: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يُسكب حاراً فوق الطبق لإعطائه النكهة التراثية الغنية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الفوائد: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مداد سريع ومستدام بالطاقة:</a:t>
            </a: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يمنحك العسل طاقة فورية سريعة الامتصاص، بينما يوفر الموز والدقيق كربوهيدرات معقدة تضمن استمرار النشاط البدني لفترة طويلة.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تعزيز صحة الجهاز الهضمي:</a:t>
            </a: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يحتوي الموز ودقيق البر على نسبة عالية من الألياف الغذائية التي تحسن حركة الأمعاء وتقي من الإمساك.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تنظيم ضغط الدم وصحة القلب:</a:t>
            </a:r>
            <a:r>
              <a:rPr lang="a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يمد الموز الجسم بجرعة ممتازة من البوتاسيوم والمغنيسيوم الأساسيين لتنظيم ضغط الدم ودعم عضلة القلب.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0025" y="192375"/>
            <a:ext cx="2495750" cy="14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المغش الجيزاني 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مكوناتها: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ar"/>
              <a:t>اللحم البلددي والخضروات مع اضافة الماء ووضعها في التنور 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ar"/>
              <a:t>اكله لذيذه جدا وتؤكل مع الارز وايضا مع الخبز 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913" y="218698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اللحوح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250950" y="1256200"/>
            <a:ext cx="8520600" cy="3302700"/>
          </a:xfrm>
          <a:prstGeom prst="rect">
            <a:avLst/>
          </a:prstGeom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مكوناتها: </a:t>
            </a: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يتميز بإضافة بعض البهارات والمطيبات التي تمنحه نكهة فريدة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دقيق بر (أسمر): نصف كوب.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كركم: 1 ملعقة كبيرة (للون الأصفر).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شمر حب: 1 ملعقة صغيرة.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حبة البركة (الحبة السوداء): نصف ملعقة صغيرة.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خميرة فورية: 1 ملعقة صغيرة.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ملح وماء دافئ: حسب الحاجة لتسييل القوام.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2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325" y="1792125"/>
            <a:ext cx="4763151" cy="24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الحيسيه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12950" y="13068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مكوناتها:تتكون الحيسية الجيزانية</a:t>
            </a:r>
            <a:r>
              <a:rPr lang="a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بشكل أساسي من </a:t>
            </a:r>
            <a:r>
              <a:rPr lang="a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اللحم ومرقته المتبلة والخبز التقليدي المفتت</a:t>
            </a:r>
            <a:r>
              <a:rPr lang="a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، وتُحضر وتُقدم داخل وعاء فخاري تقليدي يسمى "الحيسية"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750" y="2067200"/>
            <a:ext cx="2865375" cy="23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